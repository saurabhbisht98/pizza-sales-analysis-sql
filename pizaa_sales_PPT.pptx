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0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14125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7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26567" y="1122363"/>
            <a:ext cx="8559404" cy="2387600"/>
          </a:xfrm>
        </p:spPr>
        <p:txBody>
          <a:bodyPr anchor="b"/>
          <a:lstStyle>
            <a:lvl1pPr algn="ctr">
              <a:defRPr sz="561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26567" y="3602038"/>
            <a:ext cx="8559404" cy="1655762"/>
          </a:xfrm>
        </p:spPr>
        <p:txBody>
          <a:bodyPr/>
          <a:lstStyle>
            <a:lvl1pPr marL="0" indent="0" algn="ctr">
              <a:buNone/>
              <a:defRPr sz="2247"/>
            </a:lvl1pPr>
            <a:lvl2pPr marL="427985" indent="0" algn="ctr">
              <a:buNone/>
              <a:defRPr sz="1872"/>
            </a:lvl2pPr>
            <a:lvl3pPr marL="855970" indent="0" algn="ctr">
              <a:buNone/>
              <a:defRPr sz="1685"/>
            </a:lvl3pPr>
            <a:lvl4pPr marL="1283955" indent="0" algn="ctr">
              <a:buNone/>
              <a:defRPr sz="1498"/>
            </a:lvl4pPr>
            <a:lvl5pPr marL="1711940" indent="0" algn="ctr">
              <a:buNone/>
              <a:defRPr sz="1498"/>
            </a:lvl5pPr>
            <a:lvl6pPr marL="2139925" indent="0" algn="ctr">
              <a:buNone/>
              <a:defRPr sz="1498"/>
            </a:lvl6pPr>
            <a:lvl7pPr marL="2567910" indent="0" algn="ctr">
              <a:buNone/>
              <a:defRPr sz="1498"/>
            </a:lvl7pPr>
            <a:lvl8pPr marL="2995894" indent="0" algn="ctr">
              <a:buNone/>
              <a:defRPr sz="1498"/>
            </a:lvl8pPr>
            <a:lvl9pPr marL="3423879" indent="0" algn="ctr">
              <a:buNone/>
              <a:defRPr sz="149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2EB30-B823-47E6-92F9-49D16FCD53E9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4ED49-650F-4FE8-A6E7-43FDAFC0FD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1872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2EB30-B823-47E6-92F9-49D16FCD53E9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4ED49-650F-4FE8-A6E7-43FDAFC0FD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6020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8668" y="1709739"/>
            <a:ext cx="9843314" cy="2852737"/>
          </a:xfrm>
        </p:spPr>
        <p:txBody>
          <a:bodyPr anchor="b"/>
          <a:lstStyle>
            <a:lvl1pPr>
              <a:defRPr sz="561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8668" y="4589464"/>
            <a:ext cx="9843314" cy="1500187"/>
          </a:xfrm>
        </p:spPr>
        <p:txBody>
          <a:bodyPr/>
          <a:lstStyle>
            <a:lvl1pPr marL="0" indent="0">
              <a:buNone/>
              <a:defRPr sz="2247">
                <a:solidFill>
                  <a:schemeClr val="tx1">
                    <a:tint val="82000"/>
                  </a:schemeClr>
                </a:solidFill>
              </a:defRPr>
            </a:lvl1pPr>
            <a:lvl2pPr marL="427985" indent="0">
              <a:buNone/>
              <a:defRPr sz="1872">
                <a:solidFill>
                  <a:schemeClr val="tx1">
                    <a:tint val="82000"/>
                  </a:schemeClr>
                </a:solidFill>
              </a:defRPr>
            </a:lvl2pPr>
            <a:lvl3pPr marL="855970" indent="0">
              <a:buNone/>
              <a:defRPr sz="1685">
                <a:solidFill>
                  <a:schemeClr val="tx1">
                    <a:tint val="82000"/>
                  </a:schemeClr>
                </a:solidFill>
              </a:defRPr>
            </a:lvl3pPr>
            <a:lvl4pPr marL="1283955" indent="0">
              <a:buNone/>
              <a:defRPr sz="1498">
                <a:solidFill>
                  <a:schemeClr val="tx1">
                    <a:tint val="82000"/>
                  </a:schemeClr>
                </a:solidFill>
              </a:defRPr>
            </a:lvl4pPr>
            <a:lvl5pPr marL="1711940" indent="0">
              <a:buNone/>
              <a:defRPr sz="1498">
                <a:solidFill>
                  <a:schemeClr val="tx1">
                    <a:tint val="82000"/>
                  </a:schemeClr>
                </a:solidFill>
              </a:defRPr>
            </a:lvl5pPr>
            <a:lvl6pPr marL="2139925" indent="0">
              <a:buNone/>
              <a:defRPr sz="1498">
                <a:solidFill>
                  <a:schemeClr val="tx1">
                    <a:tint val="82000"/>
                  </a:schemeClr>
                </a:solidFill>
              </a:defRPr>
            </a:lvl6pPr>
            <a:lvl7pPr marL="2567910" indent="0">
              <a:buNone/>
              <a:defRPr sz="1498">
                <a:solidFill>
                  <a:schemeClr val="tx1">
                    <a:tint val="82000"/>
                  </a:schemeClr>
                </a:solidFill>
              </a:defRPr>
            </a:lvl7pPr>
            <a:lvl8pPr marL="2995894" indent="0">
              <a:buNone/>
              <a:defRPr sz="1498">
                <a:solidFill>
                  <a:schemeClr val="tx1">
                    <a:tint val="82000"/>
                  </a:schemeClr>
                </a:solidFill>
              </a:defRPr>
            </a:lvl8pPr>
            <a:lvl9pPr marL="3423879" indent="0">
              <a:buNone/>
              <a:defRPr sz="149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2EB30-B823-47E6-92F9-49D16FCD53E9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4ED49-650F-4FE8-A6E7-43FDAFC0FD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303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4612" y="1825625"/>
            <a:ext cx="4850329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77597" y="1825625"/>
            <a:ext cx="4850329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2EB30-B823-47E6-92F9-49D16FCD53E9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4ED49-650F-4FE8-A6E7-43FDAFC0FD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1420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098" y="365126"/>
            <a:ext cx="9843314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6099" y="1681163"/>
            <a:ext cx="4828038" cy="823912"/>
          </a:xfrm>
        </p:spPr>
        <p:txBody>
          <a:bodyPr anchor="b"/>
          <a:lstStyle>
            <a:lvl1pPr marL="0" indent="0">
              <a:buNone/>
              <a:defRPr sz="2247" b="1"/>
            </a:lvl1pPr>
            <a:lvl2pPr marL="427985" indent="0">
              <a:buNone/>
              <a:defRPr sz="1872" b="1"/>
            </a:lvl2pPr>
            <a:lvl3pPr marL="855970" indent="0">
              <a:buNone/>
              <a:defRPr sz="1685" b="1"/>
            </a:lvl3pPr>
            <a:lvl4pPr marL="1283955" indent="0">
              <a:buNone/>
              <a:defRPr sz="1498" b="1"/>
            </a:lvl4pPr>
            <a:lvl5pPr marL="1711940" indent="0">
              <a:buNone/>
              <a:defRPr sz="1498" b="1"/>
            </a:lvl5pPr>
            <a:lvl6pPr marL="2139925" indent="0">
              <a:buNone/>
              <a:defRPr sz="1498" b="1"/>
            </a:lvl6pPr>
            <a:lvl7pPr marL="2567910" indent="0">
              <a:buNone/>
              <a:defRPr sz="1498" b="1"/>
            </a:lvl7pPr>
            <a:lvl8pPr marL="2995894" indent="0">
              <a:buNone/>
              <a:defRPr sz="1498" b="1"/>
            </a:lvl8pPr>
            <a:lvl9pPr marL="3423879" indent="0">
              <a:buNone/>
              <a:defRPr sz="149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6099" y="2505075"/>
            <a:ext cx="482803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777597" y="1681163"/>
            <a:ext cx="4851815" cy="823912"/>
          </a:xfrm>
        </p:spPr>
        <p:txBody>
          <a:bodyPr anchor="b"/>
          <a:lstStyle>
            <a:lvl1pPr marL="0" indent="0">
              <a:buNone/>
              <a:defRPr sz="2247" b="1"/>
            </a:lvl1pPr>
            <a:lvl2pPr marL="427985" indent="0">
              <a:buNone/>
              <a:defRPr sz="1872" b="1"/>
            </a:lvl2pPr>
            <a:lvl3pPr marL="855970" indent="0">
              <a:buNone/>
              <a:defRPr sz="1685" b="1"/>
            </a:lvl3pPr>
            <a:lvl4pPr marL="1283955" indent="0">
              <a:buNone/>
              <a:defRPr sz="1498" b="1"/>
            </a:lvl4pPr>
            <a:lvl5pPr marL="1711940" indent="0">
              <a:buNone/>
              <a:defRPr sz="1498" b="1"/>
            </a:lvl5pPr>
            <a:lvl6pPr marL="2139925" indent="0">
              <a:buNone/>
              <a:defRPr sz="1498" b="1"/>
            </a:lvl6pPr>
            <a:lvl7pPr marL="2567910" indent="0">
              <a:buNone/>
              <a:defRPr sz="1498" b="1"/>
            </a:lvl7pPr>
            <a:lvl8pPr marL="2995894" indent="0">
              <a:buNone/>
              <a:defRPr sz="1498" b="1"/>
            </a:lvl8pPr>
            <a:lvl9pPr marL="3423879" indent="0">
              <a:buNone/>
              <a:defRPr sz="149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777597" y="2505075"/>
            <a:ext cx="485181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2EB30-B823-47E6-92F9-49D16FCD53E9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4ED49-650F-4FE8-A6E7-43FDAFC0FD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9730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2EB30-B823-47E6-92F9-49D16FCD53E9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4ED49-650F-4FE8-A6E7-43FDAFC0FD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018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2EB30-B823-47E6-92F9-49D16FCD53E9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4ED49-650F-4FE8-A6E7-43FDAFC0FD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2742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099" y="457200"/>
            <a:ext cx="3680840" cy="1600200"/>
          </a:xfrm>
        </p:spPr>
        <p:txBody>
          <a:bodyPr anchor="b"/>
          <a:lstStyle>
            <a:lvl1pPr>
              <a:defRPr sz="29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1815" y="987426"/>
            <a:ext cx="5777597" cy="4873625"/>
          </a:xfrm>
        </p:spPr>
        <p:txBody>
          <a:bodyPr/>
          <a:lstStyle>
            <a:lvl1pPr>
              <a:defRPr sz="2996"/>
            </a:lvl1pPr>
            <a:lvl2pPr>
              <a:defRPr sz="2621"/>
            </a:lvl2pPr>
            <a:lvl3pPr>
              <a:defRPr sz="2247"/>
            </a:lvl3pPr>
            <a:lvl4pPr>
              <a:defRPr sz="1872"/>
            </a:lvl4pPr>
            <a:lvl5pPr>
              <a:defRPr sz="1872"/>
            </a:lvl5pPr>
            <a:lvl6pPr>
              <a:defRPr sz="1872"/>
            </a:lvl6pPr>
            <a:lvl7pPr>
              <a:defRPr sz="1872"/>
            </a:lvl7pPr>
            <a:lvl8pPr>
              <a:defRPr sz="1872"/>
            </a:lvl8pPr>
            <a:lvl9pPr>
              <a:defRPr sz="187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6099" y="2057400"/>
            <a:ext cx="3680840" cy="3811588"/>
          </a:xfrm>
        </p:spPr>
        <p:txBody>
          <a:bodyPr/>
          <a:lstStyle>
            <a:lvl1pPr marL="0" indent="0">
              <a:buNone/>
              <a:defRPr sz="1498"/>
            </a:lvl1pPr>
            <a:lvl2pPr marL="427985" indent="0">
              <a:buNone/>
              <a:defRPr sz="1311"/>
            </a:lvl2pPr>
            <a:lvl3pPr marL="855970" indent="0">
              <a:buNone/>
              <a:defRPr sz="1123"/>
            </a:lvl3pPr>
            <a:lvl4pPr marL="1283955" indent="0">
              <a:buNone/>
              <a:defRPr sz="936"/>
            </a:lvl4pPr>
            <a:lvl5pPr marL="1711940" indent="0">
              <a:buNone/>
              <a:defRPr sz="936"/>
            </a:lvl5pPr>
            <a:lvl6pPr marL="2139925" indent="0">
              <a:buNone/>
              <a:defRPr sz="936"/>
            </a:lvl6pPr>
            <a:lvl7pPr marL="2567910" indent="0">
              <a:buNone/>
              <a:defRPr sz="936"/>
            </a:lvl7pPr>
            <a:lvl8pPr marL="2995894" indent="0">
              <a:buNone/>
              <a:defRPr sz="936"/>
            </a:lvl8pPr>
            <a:lvl9pPr marL="3423879" indent="0">
              <a:buNone/>
              <a:defRPr sz="93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2EB30-B823-47E6-92F9-49D16FCD53E9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4ED49-650F-4FE8-A6E7-43FDAFC0FD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0064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099" y="457200"/>
            <a:ext cx="3680840" cy="1600200"/>
          </a:xfrm>
        </p:spPr>
        <p:txBody>
          <a:bodyPr anchor="b"/>
          <a:lstStyle>
            <a:lvl1pPr>
              <a:defRPr sz="29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51815" y="987426"/>
            <a:ext cx="5777597" cy="4873625"/>
          </a:xfrm>
        </p:spPr>
        <p:txBody>
          <a:bodyPr anchor="t"/>
          <a:lstStyle>
            <a:lvl1pPr marL="0" indent="0">
              <a:buNone/>
              <a:defRPr sz="2996"/>
            </a:lvl1pPr>
            <a:lvl2pPr marL="427985" indent="0">
              <a:buNone/>
              <a:defRPr sz="2621"/>
            </a:lvl2pPr>
            <a:lvl3pPr marL="855970" indent="0">
              <a:buNone/>
              <a:defRPr sz="2247"/>
            </a:lvl3pPr>
            <a:lvl4pPr marL="1283955" indent="0">
              <a:buNone/>
              <a:defRPr sz="1872"/>
            </a:lvl4pPr>
            <a:lvl5pPr marL="1711940" indent="0">
              <a:buNone/>
              <a:defRPr sz="1872"/>
            </a:lvl5pPr>
            <a:lvl6pPr marL="2139925" indent="0">
              <a:buNone/>
              <a:defRPr sz="1872"/>
            </a:lvl6pPr>
            <a:lvl7pPr marL="2567910" indent="0">
              <a:buNone/>
              <a:defRPr sz="1872"/>
            </a:lvl7pPr>
            <a:lvl8pPr marL="2995894" indent="0">
              <a:buNone/>
              <a:defRPr sz="1872"/>
            </a:lvl8pPr>
            <a:lvl9pPr marL="3423879" indent="0">
              <a:buNone/>
              <a:defRPr sz="187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6099" y="2057400"/>
            <a:ext cx="3680840" cy="3811588"/>
          </a:xfrm>
        </p:spPr>
        <p:txBody>
          <a:bodyPr/>
          <a:lstStyle>
            <a:lvl1pPr marL="0" indent="0">
              <a:buNone/>
              <a:defRPr sz="1498"/>
            </a:lvl1pPr>
            <a:lvl2pPr marL="427985" indent="0">
              <a:buNone/>
              <a:defRPr sz="1311"/>
            </a:lvl2pPr>
            <a:lvl3pPr marL="855970" indent="0">
              <a:buNone/>
              <a:defRPr sz="1123"/>
            </a:lvl3pPr>
            <a:lvl4pPr marL="1283955" indent="0">
              <a:buNone/>
              <a:defRPr sz="936"/>
            </a:lvl4pPr>
            <a:lvl5pPr marL="1711940" indent="0">
              <a:buNone/>
              <a:defRPr sz="936"/>
            </a:lvl5pPr>
            <a:lvl6pPr marL="2139925" indent="0">
              <a:buNone/>
              <a:defRPr sz="936"/>
            </a:lvl6pPr>
            <a:lvl7pPr marL="2567910" indent="0">
              <a:buNone/>
              <a:defRPr sz="936"/>
            </a:lvl7pPr>
            <a:lvl8pPr marL="2995894" indent="0">
              <a:buNone/>
              <a:defRPr sz="936"/>
            </a:lvl8pPr>
            <a:lvl9pPr marL="3423879" indent="0">
              <a:buNone/>
              <a:defRPr sz="93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2EB30-B823-47E6-92F9-49D16FCD53E9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4ED49-650F-4FE8-A6E7-43FDAFC0FD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9994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2EB30-B823-47E6-92F9-49D16FCD53E9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4ED49-650F-4FE8-A6E7-43FDAFC0FD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8736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67097" y="365125"/>
            <a:ext cx="2460829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4612" y="365125"/>
            <a:ext cx="723982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2EB30-B823-47E6-92F9-49D16FCD53E9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4ED49-650F-4FE8-A6E7-43FDAFC0FD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724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84612" y="365126"/>
            <a:ext cx="984331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4612" y="1825625"/>
            <a:ext cx="984331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4612" y="6356351"/>
            <a:ext cx="25678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32EB30-B823-47E6-92F9-49D16FCD53E9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80403" y="6356351"/>
            <a:ext cx="38517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60105" y="6356351"/>
            <a:ext cx="25678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74ED49-650F-4FE8-A6E7-43FDAFC0FD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1137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55970" rtl="0" eaLnBrk="1" latinLnBrk="0" hangingPunct="1">
        <a:lnSpc>
          <a:spcPct val="90000"/>
        </a:lnSpc>
        <a:spcBef>
          <a:spcPct val="0"/>
        </a:spcBef>
        <a:buNone/>
        <a:defRPr sz="411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3992" indent="-213992" algn="l" defTabSz="855970" rtl="0" eaLnBrk="1" latinLnBrk="0" hangingPunct="1">
        <a:lnSpc>
          <a:spcPct val="90000"/>
        </a:lnSpc>
        <a:spcBef>
          <a:spcPts val="936"/>
        </a:spcBef>
        <a:buFont typeface="Arial" panose="020B0604020202020204" pitchFamily="34" charset="0"/>
        <a:buChar char="•"/>
        <a:defRPr sz="2621" kern="1200">
          <a:solidFill>
            <a:schemeClr val="tx1"/>
          </a:solidFill>
          <a:latin typeface="+mn-lt"/>
          <a:ea typeface="+mn-ea"/>
          <a:cs typeface="+mn-cs"/>
        </a:defRPr>
      </a:lvl1pPr>
      <a:lvl2pPr marL="641977" indent="-213992" algn="l" defTabSz="855970" rtl="0" eaLnBrk="1" latinLnBrk="0" hangingPunct="1">
        <a:lnSpc>
          <a:spcPct val="90000"/>
        </a:lnSpc>
        <a:spcBef>
          <a:spcPts val="468"/>
        </a:spcBef>
        <a:buFont typeface="Arial" panose="020B0604020202020204" pitchFamily="34" charset="0"/>
        <a:buChar char="•"/>
        <a:defRPr sz="2247" kern="1200">
          <a:solidFill>
            <a:schemeClr val="tx1"/>
          </a:solidFill>
          <a:latin typeface="+mn-lt"/>
          <a:ea typeface="+mn-ea"/>
          <a:cs typeface="+mn-cs"/>
        </a:defRPr>
      </a:lvl2pPr>
      <a:lvl3pPr marL="1069962" indent="-213992" algn="l" defTabSz="855970" rtl="0" eaLnBrk="1" latinLnBrk="0" hangingPunct="1">
        <a:lnSpc>
          <a:spcPct val="90000"/>
        </a:lnSpc>
        <a:spcBef>
          <a:spcPts val="468"/>
        </a:spcBef>
        <a:buFont typeface="Arial" panose="020B0604020202020204" pitchFamily="34" charset="0"/>
        <a:buChar char="•"/>
        <a:defRPr sz="1872" kern="1200">
          <a:solidFill>
            <a:schemeClr val="tx1"/>
          </a:solidFill>
          <a:latin typeface="+mn-lt"/>
          <a:ea typeface="+mn-ea"/>
          <a:cs typeface="+mn-cs"/>
        </a:defRPr>
      </a:lvl3pPr>
      <a:lvl4pPr marL="1497947" indent="-213992" algn="l" defTabSz="855970" rtl="0" eaLnBrk="1" latinLnBrk="0" hangingPunct="1">
        <a:lnSpc>
          <a:spcPct val="90000"/>
        </a:lnSpc>
        <a:spcBef>
          <a:spcPts val="468"/>
        </a:spcBef>
        <a:buFont typeface="Arial" panose="020B0604020202020204" pitchFamily="34" charset="0"/>
        <a:buChar char="•"/>
        <a:defRPr sz="1685" kern="1200">
          <a:solidFill>
            <a:schemeClr val="tx1"/>
          </a:solidFill>
          <a:latin typeface="+mn-lt"/>
          <a:ea typeface="+mn-ea"/>
          <a:cs typeface="+mn-cs"/>
        </a:defRPr>
      </a:lvl4pPr>
      <a:lvl5pPr marL="1925932" indent="-213992" algn="l" defTabSz="855970" rtl="0" eaLnBrk="1" latinLnBrk="0" hangingPunct="1">
        <a:lnSpc>
          <a:spcPct val="90000"/>
        </a:lnSpc>
        <a:spcBef>
          <a:spcPts val="468"/>
        </a:spcBef>
        <a:buFont typeface="Arial" panose="020B0604020202020204" pitchFamily="34" charset="0"/>
        <a:buChar char="•"/>
        <a:defRPr sz="1685" kern="1200">
          <a:solidFill>
            <a:schemeClr val="tx1"/>
          </a:solidFill>
          <a:latin typeface="+mn-lt"/>
          <a:ea typeface="+mn-ea"/>
          <a:cs typeface="+mn-cs"/>
        </a:defRPr>
      </a:lvl5pPr>
      <a:lvl6pPr marL="2353917" indent="-213992" algn="l" defTabSz="855970" rtl="0" eaLnBrk="1" latinLnBrk="0" hangingPunct="1">
        <a:lnSpc>
          <a:spcPct val="90000"/>
        </a:lnSpc>
        <a:spcBef>
          <a:spcPts val="468"/>
        </a:spcBef>
        <a:buFont typeface="Arial" panose="020B0604020202020204" pitchFamily="34" charset="0"/>
        <a:buChar char="•"/>
        <a:defRPr sz="1685" kern="1200">
          <a:solidFill>
            <a:schemeClr val="tx1"/>
          </a:solidFill>
          <a:latin typeface="+mn-lt"/>
          <a:ea typeface="+mn-ea"/>
          <a:cs typeface="+mn-cs"/>
        </a:defRPr>
      </a:lvl6pPr>
      <a:lvl7pPr marL="2781902" indent="-213992" algn="l" defTabSz="855970" rtl="0" eaLnBrk="1" latinLnBrk="0" hangingPunct="1">
        <a:lnSpc>
          <a:spcPct val="90000"/>
        </a:lnSpc>
        <a:spcBef>
          <a:spcPts val="468"/>
        </a:spcBef>
        <a:buFont typeface="Arial" panose="020B0604020202020204" pitchFamily="34" charset="0"/>
        <a:buChar char="•"/>
        <a:defRPr sz="1685" kern="1200">
          <a:solidFill>
            <a:schemeClr val="tx1"/>
          </a:solidFill>
          <a:latin typeface="+mn-lt"/>
          <a:ea typeface="+mn-ea"/>
          <a:cs typeface="+mn-cs"/>
        </a:defRPr>
      </a:lvl7pPr>
      <a:lvl8pPr marL="3209887" indent="-213992" algn="l" defTabSz="855970" rtl="0" eaLnBrk="1" latinLnBrk="0" hangingPunct="1">
        <a:lnSpc>
          <a:spcPct val="90000"/>
        </a:lnSpc>
        <a:spcBef>
          <a:spcPts val="468"/>
        </a:spcBef>
        <a:buFont typeface="Arial" panose="020B0604020202020204" pitchFamily="34" charset="0"/>
        <a:buChar char="•"/>
        <a:defRPr sz="1685" kern="1200">
          <a:solidFill>
            <a:schemeClr val="tx1"/>
          </a:solidFill>
          <a:latin typeface="+mn-lt"/>
          <a:ea typeface="+mn-ea"/>
          <a:cs typeface="+mn-cs"/>
        </a:defRPr>
      </a:lvl8pPr>
      <a:lvl9pPr marL="3637872" indent="-213992" algn="l" defTabSz="855970" rtl="0" eaLnBrk="1" latinLnBrk="0" hangingPunct="1">
        <a:lnSpc>
          <a:spcPct val="90000"/>
        </a:lnSpc>
        <a:spcBef>
          <a:spcPts val="468"/>
        </a:spcBef>
        <a:buFont typeface="Arial" panose="020B0604020202020204" pitchFamily="34" charset="0"/>
        <a:buChar char="•"/>
        <a:defRPr sz="16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5970" rtl="0" eaLnBrk="1" latinLnBrk="0" hangingPunct="1">
        <a:defRPr sz="1685" kern="1200">
          <a:solidFill>
            <a:schemeClr val="tx1"/>
          </a:solidFill>
          <a:latin typeface="+mn-lt"/>
          <a:ea typeface="+mn-ea"/>
          <a:cs typeface="+mn-cs"/>
        </a:defRPr>
      </a:lvl1pPr>
      <a:lvl2pPr marL="427985" algn="l" defTabSz="855970" rtl="0" eaLnBrk="1" latinLnBrk="0" hangingPunct="1">
        <a:defRPr sz="1685" kern="1200">
          <a:solidFill>
            <a:schemeClr val="tx1"/>
          </a:solidFill>
          <a:latin typeface="+mn-lt"/>
          <a:ea typeface="+mn-ea"/>
          <a:cs typeface="+mn-cs"/>
        </a:defRPr>
      </a:lvl2pPr>
      <a:lvl3pPr marL="855970" algn="l" defTabSz="855970" rtl="0" eaLnBrk="1" latinLnBrk="0" hangingPunct="1">
        <a:defRPr sz="1685" kern="1200">
          <a:solidFill>
            <a:schemeClr val="tx1"/>
          </a:solidFill>
          <a:latin typeface="+mn-lt"/>
          <a:ea typeface="+mn-ea"/>
          <a:cs typeface="+mn-cs"/>
        </a:defRPr>
      </a:lvl3pPr>
      <a:lvl4pPr marL="1283955" algn="l" defTabSz="855970" rtl="0" eaLnBrk="1" latinLnBrk="0" hangingPunct="1">
        <a:defRPr sz="1685" kern="1200">
          <a:solidFill>
            <a:schemeClr val="tx1"/>
          </a:solidFill>
          <a:latin typeface="+mn-lt"/>
          <a:ea typeface="+mn-ea"/>
          <a:cs typeface="+mn-cs"/>
        </a:defRPr>
      </a:lvl4pPr>
      <a:lvl5pPr marL="1711940" algn="l" defTabSz="855970" rtl="0" eaLnBrk="1" latinLnBrk="0" hangingPunct="1">
        <a:defRPr sz="1685" kern="1200">
          <a:solidFill>
            <a:schemeClr val="tx1"/>
          </a:solidFill>
          <a:latin typeface="+mn-lt"/>
          <a:ea typeface="+mn-ea"/>
          <a:cs typeface="+mn-cs"/>
        </a:defRPr>
      </a:lvl5pPr>
      <a:lvl6pPr marL="2139925" algn="l" defTabSz="855970" rtl="0" eaLnBrk="1" latinLnBrk="0" hangingPunct="1">
        <a:defRPr sz="1685" kern="1200">
          <a:solidFill>
            <a:schemeClr val="tx1"/>
          </a:solidFill>
          <a:latin typeface="+mn-lt"/>
          <a:ea typeface="+mn-ea"/>
          <a:cs typeface="+mn-cs"/>
        </a:defRPr>
      </a:lvl6pPr>
      <a:lvl7pPr marL="2567910" algn="l" defTabSz="855970" rtl="0" eaLnBrk="1" latinLnBrk="0" hangingPunct="1">
        <a:defRPr sz="1685" kern="1200">
          <a:solidFill>
            <a:schemeClr val="tx1"/>
          </a:solidFill>
          <a:latin typeface="+mn-lt"/>
          <a:ea typeface="+mn-ea"/>
          <a:cs typeface="+mn-cs"/>
        </a:defRPr>
      </a:lvl7pPr>
      <a:lvl8pPr marL="2995894" algn="l" defTabSz="855970" rtl="0" eaLnBrk="1" latinLnBrk="0" hangingPunct="1">
        <a:defRPr sz="1685" kern="1200">
          <a:solidFill>
            <a:schemeClr val="tx1"/>
          </a:solidFill>
          <a:latin typeface="+mn-lt"/>
          <a:ea typeface="+mn-ea"/>
          <a:cs typeface="+mn-cs"/>
        </a:defRPr>
      </a:lvl8pPr>
      <a:lvl9pPr marL="3423879" algn="l" defTabSz="855970" rtl="0" eaLnBrk="1" latinLnBrk="0" hangingPunct="1">
        <a:defRPr sz="16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7A0B10-CB8D-274C-1510-1D8C6195F006}"/>
              </a:ext>
            </a:extLst>
          </p:cNvPr>
          <p:cNvSpPr txBox="1"/>
          <p:nvPr/>
        </p:nvSpPr>
        <p:spPr>
          <a:xfrm>
            <a:off x="216310" y="176981"/>
            <a:ext cx="10943303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600" b="1" dirty="0">
                <a:solidFill>
                  <a:srgbClr val="FF0000"/>
                </a:solidFill>
              </a:rPr>
              <a:t>Business Objectives  </a:t>
            </a:r>
          </a:p>
          <a:p>
            <a:pPr algn="ctr">
              <a:buNone/>
            </a:pPr>
            <a:endParaRPr lang="en-US" sz="3600" b="1" dirty="0"/>
          </a:p>
          <a:p>
            <a:pPr algn="ctr">
              <a:buNone/>
            </a:pPr>
            <a:endParaRPr lang="en-US" b="1" dirty="0"/>
          </a:p>
          <a:p>
            <a:pPr algn="ctr">
              <a:buNone/>
            </a:pPr>
            <a:endParaRPr lang="en-US" b="1" dirty="0"/>
          </a:p>
          <a:p>
            <a:pPr algn="ctr">
              <a:buNone/>
            </a:pPr>
            <a:endParaRPr lang="en-US" b="1" dirty="0"/>
          </a:p>
          <a:p>
            <a:pPr algn="ctr">
              <a:buNone/>
            </a:pPr>
            <a:endParaRPr lang="en-US" b="1" dirty="0"/>
          </a:p>
          <a:p>
            <a:pPr algn="ctr">
              <a:buFont typeface="Arial" panose="020B0604020202020204" pitchFamily="34" charset="0"/>
              <a:buChar char="•"/>
            </a:pPr>
            <a:r>
              <a:rPr lang="en-US" b="1" dirty="0"/>
              <a:t>Identify the reasons behind low sales</a:t>
            </a:r>
          </a:p>
          <a:p>
            <a:pPr algn="ctr">
              <a:buFont typeface="Arial" panose="020B0604020202020204" pitchFamily="34" charset="0"/>
              <a:buChar char="•"/>
            </a:pPr>
            <a:endParaRPr lang="en-US" dirty="0"/>
          </a:p>
          <a:p>
            <a:pPr algn="ctr">
              <a:buFont typeface="Arial" panose="020B0604020202020204" pitchFamily="34" charset="0"/>
              <a:buChar char="•"/>
            </a:pPr>
            <a:r>
              <a:rPr lang="en-US" b="1" dirty="0"/>
              <a:t>Understand the best-selling and least-selling pizzas</a:t>
            </a:r>
          </a:p>
          <a:p>
            <a:pPr algn="ctr">
              <a:buFont typeface="Arial" panose="020B0604020202020204" pitchFamily="34" charset="0"/>
              <a:buChar char="•"/>
            </a:pPr>
            <a:endParaRPr lang="en-US" dirty="0"/>
          </a:p>
          <a:p>
            <a:pPr algn="ctr">
              <a:buFont typeface="Arial" panose="020B0604020202020204" pitchFamily="34" charset="0"/>
              <a:buChar char="•"/>
            </a:pPr>
            <a:r>
              <a:rPr lang="en-US" b="1" dirty="0"/>
              <a:t>Analyze order peak hours and customer behavior</a:t>
            </a:r>
          </a:p>
          <a:p>
            <a:pPr algn="ctr">
              <a:buFont typeface="Arial" panose="020B0604020202020204" pitchFamily="34" charset="0"/>
              <a:buChar char="•"/>
            </a:pPr>
            <a:endParaRPr lang="en-US" dirty="0"/>
          </a:p>
          <a:p>
            <a:pPr algn="ctr">
              <a:buFont typeface="Arial" panose="020B0604020202020204" pitchFamily="34" charset="0"/>
              <a:buChar char="•"/>
            </a:pPr>
            <a:r>
              <a:rPr lang="en-US" b="1" dirty="0"/>
              <a:t>Develop data-driven strategies to increase revenue</a:t>
            </a:r>
          </a:p>
          <a:p>
            <a:pPr algn="ctr">
              <a:buFont typeface="Arial" panose="020B0604020202020204" pitchFamily="34" charset="0"/>
              <a:buChar char="•"/>
            </a:pPr>
            <a:endParaRPr lang="en-US" b="1" dirty="0"/>
          </a:p>
          <a:p>
            <a:pPr algn="ctr"/>
            <a:endParaRPr lang="en-US" b="1" dirty="0"/>
          </a:p>
          <a:p>
            <a:pPr algn="ctr">
              <a:buFont typeface="Arial" panose="020B0604020202020204" pitchFamily="34" charset="0"/>
              <a:buChar char="•"/>
            </a:pPr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dirty="0"/>
          </a:p>
          <a:p>
            <a:pPr algn="ctr">
              <a:buNone/>
            </a:pPr>
            <a:r>
              <a:rPr lang="en-US" dirty="0"/>
              <a:t>This analysis will help the restaurant improve its </a:t>
            </a:r>
            <a:r>
              <a:rPr lang="en-US" b="1" dirty="0"/>
              <a:t>pricing</a:t>
            </a:r>
            <a:r>
              <a:rPr lang="en-US" dirty="0"/>
              <a:t>, </a:t>
            </a:r>
            <a:r>
              <a:rPr lang="en-US" b="1" dirty="0"/>
              <a:t>inventory planning</a:t>
            </a:r>
            <a:r>
              <a:rPr lang="en-US" dirty="0"/>
              <a:t>, </a:t>
            </a:r>
            <a:r>
              <a:rPr lang="en-US" b="1" dirty="0"/>
              <a:t>promotions</a:t>
            </a:r>
            <a:r>
              <a:rPr lang="en-US" dirty="0"/>
              <a:t>, and </a:t>
            </a:r>
            <a:r>
              <a:rPr lang="en-US" b="1" dirty="0"/>
              <a:t>customer service</a:t>
            </a:r>
            <a:r>
              <a:rPr lang="en-US" dirty="0"/>
              <a:t>, enabling the business to grow faster and remain consistently profitable.</a:t>
            </a:r>
          </a:p>
        </p:txBody>
      </p:sp>
    </p:spTree>
    <p:extLst>
      <p:ext uri="{BB962C8B-B14F-4D97-AF65-F5344CB8AC3E}">
        <p14:creationId xmlns:p14="http://schemas.microsoft.com/office/powerpoint/2010/main" val="488188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34B4A-9E6F-296B-9062-B4FF3FDDDE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82833" y="219224"/>
            <a:ext cx="11412538" cy="1012259"/>
          </a:xfrm>
        </p:spPr>
        <p:txBody>
          <a:bodyPr>
            <a:normAutofit/>
          </a:bodyPr>
          <a:lstStyle/>
          <a:p>
            <a:pPr marL="802472" indent="-802472">
              <a:buFont typeface="Wingdings" panose="05000000000000000000" pitchFamily="2" charset="2"/>
              <a:buChar char="v"/>
            </a:pPr>
            <a:r>
              <a:rPr lang="en-IN" sz="4493" dirty="0">
                <a:solidFill>
                  <a:srgbClr val="00B0F0"/>
                </a:solidFill>
              </a:rPr>
              <a:t>Retrieve</a:t>
            </a:r>
            <a:r>
              <a:rPr lang="en-IN" sz="4493" dirty="0"/>
              <a:t> </a:t>
            </a:r>
            <a:r>
              <a:rPr lang="en-IN" sz="4493" dirty="0">
                <a:solidFill>
                  <a:srgbClr val="00B0F0"/>
                </a:solidFill>
              </a:rPr>
              <a:t>the total number of  orders placed.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6CE7FC-1C94-6E5A-5609-40539A9A83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8435" y="3776295"/>
            <a:ext cx="5927156" cy="19145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FEC1334-FF9E-0EE6-D50E-468A14BF6009}"/>
              </a:ext>
            </a:extLst>
          </p:cNvPr>
          <p:cNvSpPr txBox="1"/>
          <p:nvPr/>
        </p:nvSpPr>
        <p:spPr>
          <a:xfrm>
            <a:off x="1652057" y="1874866"/>
            <a:ext cx="7942758" cy="351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order_id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total_orders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orders</a:t>
            </a:r>
            <a:endParaRPr lang="en-IN" sz="1685" dirty="0"/>
          </a:p>
        </p:txBody>
      </p:sp>
    </p:spTree>
    <p:extLst>
      <p:ext uri="{BB962C8B-B14F-4D97-AF65-F5344CB8AC3E}">
        <p14:creationId xmlns:p14="http://schemas.microsoft.com/office/powerpoint/2010/main" val="19081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2E0343-07CD-5B1C-4C3E-41166D097256}"/>
              </a:ext>
            </a:extLst>
          </p:cNvPr>
          <p:cNvSpPr txBox="1"/>
          <p:nvPr/>
        </p:nvSpPr>
        <p:spPr>
          <a:xfrm>
            <a:off x="92037" y="845073"/>
            <a:ext cx="11937145" cy="101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81483" indent="-481483">
              <a:buFont typeface="Wingdings" panose="05000000000000000000" pitchFamily="2" charset="2"/>
              <a:buChar char="v"/>
            </a:pPr>
            <a:r>
              <a:rPr lang="en-US" sz="2996" dirty="0">
                <a:solidFill>
                  <a:srgbClr val="00B0F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Calculate the total revenue generated from pizza sales.</a:t>
            </a:r>
            <a:endParaRPr lang="en-IN" sz="2996" dirty="0">
              <a:solidFill>
                <a:srgbClr val="00B0F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C7CC12-93DA-BC4F-2907-38B4A8CE0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3044" y="4679513"/>
            <a:ext cx="6488578" cy="15555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FDD1ABD-6CA3-B8B4-B507-D1993FAAEA94}"/>
              </a:ext>
            </a:extLst>
          </p:cNvPr>
          <p:cNvSpPr txBox="1"/>
          <p:nvPr/>
        </p:nvSpPr>
        <p:spPr>
          <a:xfrm>
            <a:off x="469386" y="2178487"/>
            <a:ext cx="9581010" cy="112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US" sz="1685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685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order_details</a:t>
            </a:r>
            <a:r>
              <a:rPr lang="en-US" sz="1685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quantity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pizzas</a:t>
            </a:r>
            <a:r>
              <a:rPr lang="en-US" sz="1685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price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total_revenue</a:t>
            </a:r>
            <a:endParaRPr lang="en-US" sz="1685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order_details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pizzas </a:t>
            </a:r>
          </a:p>
          <a:p>
            <a:r>
              <a:rPr lang="en-IN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IN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order_details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pizza_id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pizzas</a:t>
            </a:r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pizza_id</a:t>
            </a:r>
            <a:endParaRPr lang="en-IN" sz="1685" dirty="0"/>
          </a:p>
        </p:txBody>
      </p:sp>
    </p:spTree>
    <p:extLst>
      <p:ext uri="{BB962C8B-B14F-4D97-AF65-F5344CB8AC3E}">
        <p14:creationId xmlns:p14="http://schemas.microsoft.com/office/powerpoint/2010/main" val="271094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7FE5F7-9894-670F-7A51-B6BFE8B39765}"/>
              </a:ext>
            </a:extLst>
          </p:cNvPr>
          <p:cNvSpPr txBox="1"/>
          <p:nvPr/>
        </p:nvSpPr>
        <p:spPr>
          <a:xfrm>
            <a:off x="174870" y="1390453"/>
            <a:ext cx="10547394" cy="1648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top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  pizza_types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pizzas</a:t>
            </a:r>
            <a:r>
              <a:rPr lang="en-US" sz="1685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price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pizza_types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pizzas </a:t>
            </a:r>
          </a:p>
          <a:p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pizza_types</a:t>
            </a:r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pizza_type_id </a:t>
            </a:r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pizzas</a:t>
            </a:r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pizza_type_id</a:t>
            </a:r>
          </a:p>
          <a:p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pizzas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price 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endParaRPr lang="en-IN" sz="1685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6A49A4-F937-1A74-900B-B138DB415B7C}"/>
              </a:ext>
            </a:extLst>
          </p:cNvPr>
          <p:cNvSpPr txBox="1"/>
          <p:nvPr/>
        </p:nvSpPr>
        <p:spPr>
          <a:xfrm>
            <a:off x="174870" y="497344"/>
            <a:ext cx="6562209" cy="898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7491" indent="-267491">
              <a:buFont typeface="Wingdings" panose="05000000000000000000" pitchFamily="2" charset="2"/>
              <a:buChar char="v"/>
            </a:pPr>
            <a:r>
              <a:rPr lang="en-US" sz="2621" dirty="0">
                <a:solidFill>
                  <a:schemeClr val="accent4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Identify the highest-priced pizza.</a:t>
            </a:r>
          </a:p>
        </p:txBody>
      </p:sp>
      <p:pic>
        <p:nvPicPr>
          <p:cNvPr id="9" name="Picture 8" descr="A close up of a price&#10;&#10;AI-generated content may be incorrect.">
            <a:extLst>
              <a:ext uri="{FF2B5EF4-FFF2-40B4-BE49-F238E27FC236}">
                <a16:creationId xmlns:a16="http://schemas.microsoft.com/office/drawing/2014/main" id="{3957BDB5-0AA6-7DA5-019D-5848DB8F2B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120" y="4067832"/>
            <a:ext cx="5957959" cy="2570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494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C5C5366-0219-15A0-E01D-9E39F8A63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664" y="4370075"/>
            <a:ext cx="4795107" cy="19589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48CDB4-F360-AC31-E3B1-8F8BB634C961}"/>
              </a:ext>
            </a:extLst>
          </p:cNvPr>
          <p:cNvSpPr txBox="1"/>
          <p:nvPr/>
        </p:nvSpPr>
        <p:spPr>
          <a:xfrm>
            <a:off x="276109" y="1209843"/>
            <a:ext cx="5706269" cy="2426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685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IN" sz="1685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pizzas</a:t>
            </a:r>
            <a:r>
              <a:rPr lang="en-US" sz="1685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size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685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order_details</a:t>
            </a:r>
            <a:r>
              <a:rPr lang="en-US" sz="1685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order_details_id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order_count</a:t>
            </a:r>
            <a:endParaRPr lang="en-US" sz="1685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pizzas 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order_details</a:t>
            </a:r>
            <a:endParaRPr lang="en-US" sz="1685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pizzas</a:t>
            </a:r>
            <a:r>
              <a:rPr lang="en-IN" sz="1685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IN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pizza_id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order_details</a:t>
            </a:r>
            <a:r>
              <a:rPr lang="en-IN" sz="1685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IN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pizza_id</a:t>
            </a:r>
            <a:endParaRPr lang="en-IN" sz="1685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pizzas</a:t>
            </a:r>
            <a:r>
              <a:rPr lang="en-US" sz="1685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size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order_count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</a:t>
            </a:r>
            <a:endParaRPr lang="en-US" sz="1685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052D96-61BD-1A52-F3C8-8F97FAA4656A}"/>
              </a:ext>
            </a:extLst>
          </p:cNvPr>
          <p:cNvSpPr txBox="1"/>
          <p:nvPr/>
        </p:nvSpPr>
        <p:spPr>
          <a:xfrm>
            <a:off x="276109" y="343231"/>
            <a:ext cx="10998373" cy="495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7985" indent="-427985">
              <a:buFont typeface="Wingdings" panose="05000000000000000000" pitchFamily="2" charset="2"/>
              <a:buChar char="v"/>
            </a:pPr>
            <a:r>
              <a:rPr lang="en-US" sz="2621" dirty="0">
                <a:solidFill>
                  <a:schemeClr val="accent4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Identify the most common pizza size ordered.</a:t>
            </a:r>
          </a:p>
        </p:txBody>
      </p:sp>
    </p:spTree>
    <p:extLst>
      <p:ext uri="{BB962C8B-B14F-4D97-AF65-F5344CB8AC3E}">
        <p14:creationId xmlns:p14="http://schemas.microsoft.com/office/powerpoint/2010/main" val="2029316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list of food items&#10;&#10;AI-generated content may be incorrect.">
            <a:extLst>
              <a:ext uri="{FF2B5EF4-FFF2-40B4-BE49-F238E27FC236}">
                <a16:creationId xmlns:a16="http://schemas.microsoft.com/office/drawing/2014/main" id="{D8897229-A2A8-F968-A8F1-0D14CC1B6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443" y="4462111"/>
            <a:ext cx="5595824" cy="16283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DBBA9D8-6A1F-543A-0C58-5E25B654044A}"/>
              </a:ext>
            </a:extLst>
          </p:cNvPr>
          <p:cNvSpPr txBox="1"/>
          <p:nvPr/>
        </p:nvSpPr>
        <p:spPr>
          <a:xfrm>
            <a:off x="358943" y="593734"/>
            <a:ext cx="5706269" cy="3463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685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IN" sz="1685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top 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5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pizza_types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685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order_details</a:t>
            </a:r>
            <a:r>
              <a:rPr lang="en-US" sz="1685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quantity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total_quanties</a:t>
            </a:r>
            <a:endParaRPr lang="en-US" sz="1685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pizza_types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pizzas</a:t>
            </a:r>
          </a:p>
          <a:p>
            <a:r>
              <a:rPr lang="en-IN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pizza_types</a:t>
            </a:r>
            <a:r>
              <a:rPr lang="en-IN" sz="1685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IN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pizza_type_id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pizzas</a:t>
            </a:r>
            <a:r>
              <a:rPr lang="en-IN" sz="1685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IN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pizza_type_id</a:t>
            </a:r>
            <a:endParaRPr lang="en-IN" sz="1685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order_details</a:t>
            </a:r>
            <a:endParaRPr lang="en-IN" sz="1685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order_details</a:t>
            </a:r>
            <a:r>
              <a:rPr lang="en-IN" sz="1685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IN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pizza_id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pizzas</a:t>
            </a:r>
            <a:r>
              <a:rPr lang="en-IN" sz="1685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IN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pizza_id</a:t>
            </a:r>
            <a:endParaRPr lang="en-IN" sz="1685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pizza_types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total_quanties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</a:t>
            </a:r>
            <a:endParaRPr lang="en-US" sz="1685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IN" sz="1685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B4FE25-1BDF-8533-A22E-80C0892C3860}"/>
              </a:ext>
            </a:extLst>
          </p:cNvPr>
          <p:cNvSpPr txBox="1"/>
          <p:nvPr/>
        </p:nvSpPr>
        <p:spPr>
          <a:xfrm>
            <a:off x="202482" y="390201"/>
            <a:ext cx="10805096" cy="380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989" indent="-320989">
              <a:buFont typeface="Wingdings" panose="05000000000000000000" pitchFamily="2" charset="2"/>
              <a:buChar char="v"/>
            </a:pPr>
            <a:r>
              <a:rPr lang="en-US" sz="1872" dirty="0">
                <a:solidFill>
                  <a:schemeClr val="accent4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 the top 5 most ordered pizza types along with their quantities.</a:t>
            </a:r>
          </a:p>
        </p:txBody>
      </p:sp>
    </p:spTree>
    <p:extLst>
      <p:ext uri="{BB962C8B-B14F-4D97-AF65-F5344CB8AC3E}">
        <p14:creationId xmlns:p14="http://schemas.microsoft.com/office/powerpoint/2010/main" val="3413245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52E5A3A-8FE9-BB39-EF92-0A6290369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1050" y="4130780"/>
            <a:ext cx="3660587" cy="19603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498331-7015-224E-398E-AF08B4143F0C}"/>
              </a:ext>
            </a:extLst>
          </p:cNvPr>
          <p:cNvSpPr txBox="1"/>
          <p:nvPr/>
        </p:nvSpPr>
        <p:spPr>
          <a:xfrm>
            <a:off x="855941" y="932873"/>
            <a:ext cx="5706269" cy="3203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685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IN" sz="1685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pizza_types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category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US" sz="1685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order_details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quantity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total_quantity 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pizzas </a:t>
            </a:r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order_details</a:t>
            </a:r>
          </a:p>
          <a:p>
            <a:r>
              <a:rPr lang="en-IN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pizzas</a:t>
            </a:r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pizza_id </a:t>
            </a:r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order_details</a:t>
            </a:r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pizza_id</a:t>
            </a:r>
          </a:p>
          <a:p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pizza_types </a:t>
            </a:r>
          </a:p>
          <a:p>
            <a:r>
              <a:rPr lang="en-IN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pizza_types</a:t>
            </a:r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pizza_type_id </a:t>
            </a:r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pizzas</a:t>
            </a:r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pizza_type_id</a:t>
            </a:r>
          </a:p>
          <a:p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pizza_types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category </a:t>
            </a:r>
          </a:p>
          <a:p>
            <a:endParaRPr lang="en-IN" sz="1685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D01A4E-3134-5417-8FB5-6EFD0F915596}"/>
              </a:ext>
            </a:extLst>
          </p:cNvPr>
          <p:cNvSpPr txBox="1"/>
          <p:nvPr/>
        </p:nvSpPr>
        <p:spPr>
          <a:xfrm>
            <a:off x="92037" y="542569"/>
            <a:ext cx="11145631" cy="668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7491" indent="-267491">
              <a:buFont typeface="Wingdings" panose="05000000000000000000" pitchFamily="2" charset="2"/>
              <a:buChar char="v"/>
            </a:pPr>
            <a:r>
              <a:rPr lang="en-US" sz="1872" dirty="0">
                <a:solidFill>
                  <a:schemeClr val="accent4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 the necessary tables to find the total quantity of each pizza category ordered.</a:t>
            </a:r>
          </a:p>
        </p:txBody>
      </p:sp>
    </p:spTree>
    <p:extLst>
      <p:ext uri="{BB962C8B-B14F-4D97-AF65-F5344CB8AC3E}">
        <p14:creationId xmlns:p14="http://schemas.microsoft.com/office/powerpoint/2010/main" val="390287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table with numbers and numbers&#10;&#10;AI-generated content may be incorrect.">
            <a:extLst>
              <a:ext uri="{FF2B5EF4-FFF2-40B4-BE49-F238E27FC236}">
                <a16:creationId xmlns:a16="http://schemas.microsoft.com/office/drawing/2014/main" id="{1A17867E-17C7-125A-2E74-8D30CA9E9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3578" y="3044291"/>
            <a:ext cx="3175262" cy="32585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6AB6A1-58E1-CF68-0003-132CB9C58A24}"/>
              </a:ext>
            </a:extLst>
          </p:cNvPr>
          <p:cNvSpPr txBox="1"/>
          <p:nvPr/>
        </p:nvSpPr>
        <p:spPr>
          <a:xfrm>
            <a:off x="543016" y="747076"/>
            <a:ext cx="5706269" cy="1907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685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IN" sz="1685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 err="1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datepart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685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hour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time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order_hour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order_id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total_orders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orders</a:t>
            </a:r>
          </a:p>
          <a:p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 err="1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datepart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685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hour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time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US" sz="1685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total_orders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</a:t>
            </a:r>
            <a:endParaRPr lang="en-US" sz="1685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IN" sz="1685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A50B7F-7C6B-F38C-7FDF-77CE14A15CA4}"/>
              </a:ext>
            </a:extLst>
          </p:cNvPr>
          <p:cNvSpPr txBox="1"/>
          <p:nvPr/>
        </p:nvSpPr>
        <p:spPr>
          <a:xfrm>
            <a:off x="0" y="439379"/>
            <a:ext cx="11412538" cy="438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989" indent="-320989">
              <a:buFont typeface="Wingdings" panose="05000000000000000000" pitchFamily="2" charset="2"/>
              <a:buChar char="v"/>
            </a:pPr>
            <a:r>
              <a:rPr lang="en-US" sz="2247" dirty="0">
                <a:solidFill>
                  <a:schemeClr val="accent4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Determine the distribution of orders by hour of the day.</a:t>
            </a:r>
          </a:p>
        </p:txBody>
      </p:sp>
    </p:spTree>
    <p:extLst>
      <p:ext uri="{BB962C8B-B14F-4D97-AF65-F5344CB8AC3E}">
        <p14:creationId xmlns:p14="http://schemas.microsoft.com/office/powerpoint/2010/main" val="1943134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44BB2C9-1202-02DC-A3C6-B5A2B6620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6672" y="3026340"/>
            <a:ext cx="2448174" cy="18407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DC58C2A-B057-F43C-D899-D487ED0155E0}"/>
              </a:ext>
            </a:extLst>
          </p:cNvPr>
          <p:cNvSpPr txBox="1"/>
          <p:nvPr/>
        </p:nvSpPr>
        <p:spPr>
          <a:xfrm>
            <a:off x="441776" y="643278"/>
            <a:ext cx="5706269" cy="1648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685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1685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category 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total_type 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pizza_types</a:t>
            </a:r>
            <a:endParaRPr lang="en-US" sz="1685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category</a:t>
            </a:r>
          </a:p>
          <a:p>
            <a:endParaRPr lang="en-IN" sz="1685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7DE6E6-AC49-F646-3B70-F8DEAC26BC9D}"/>
              </a:ext>
            </a:extLst>
          </p:cNvPr>
          <p:cNvSpPr txBox="1"/>
          <p:nvPr/>
        </p:nvSpPr>
        <p:spPr>
          <a:xfrm>
            <a:off x="119647" y="376902"/>
            <a:ext cx="11191650" cy="380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989" indent="-320989">
              <a:buFont typeface="Wingdings" panose="05000000000000000000" pitchFamily="2" charset="2"/>
              <a:buChar char="v"/>
            </a:pPr>
            <a:r>
              <a:rPr lang="en-US" sz="1872" dirty="0">
                <a:solidFill>
                  <a:schemeClr val="accent4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 relevant tables to find the category-wise distribution of pizzas.</a:t>
            </a:r>
          </a:p>
        </p:txBody>
      </p:sp>
    </p:spTree>
    <p:extLst>
      <p:ext uri="{BB962C8B-B14F-4D97-AF65-F5344CB8AC3E}">
        <p14:creationId xmlns:p14="http://schemas.microsoft.com/office/powerpoint/2010/main" val="2163980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CA6846-46CA-FAFC-A8C5-725B6310F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0564" y="3738628"/>
            <a:ext cx="3323760" cy="9219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15DDCC2-3AD5-F80B-BE97-AB893A410ACE}"/>
              </a:ext>
            </a:extLst>
          </p:cNvPr>
          <p:cNvSpPr txBox="1"/>
          <p:nvPr/>
        </p:nvSpPr>
        <p:spPr>
          <a:xfrm>
            <a:off x="579831" y="541353"/>
            <a:ext cx="6276897" cy="2685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685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IN" sz="1685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IN" sz="1685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quantity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per_day_avg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endParaRPr lang="en-US" sz="1685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US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orders</a:t>
            </a:r>
            <a:r>
              <a:rPr lang="en-US" sz="1685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685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order_details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quantity 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quantity 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orders </a:t>
            </a:r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order_details </a:t>
            </a:r>
          </a:p>
          <a:p>
            <a:r>
              <a:rPr lang="en-IN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orders</a:t>
            </a:r>
            <a:r>
              <a:rPr lang="en-IN" sz="1685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IN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order_id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order_details</a:t>
            </a:r>
            <a:r>
              <a:rPr lang="en-IN" sz="1685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IN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order_id</a:t>
            </a:r>
            <a:endParaRPr lang="en-IN" sz="1685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order_quantity</a:t>
            </a:r>
            <a:endParaRPr lang="en-US" sz="1685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IN" sz="1685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2900AD-16C4-DEC1-EB33-FED16F5F5EDC}"/>
              </a:ext>
            </a:extLst>
          </p:cNvPr>
          <p:cNvSpPr txBox="1"/>
          <p:nvPr/>
        </p:nvSpPr>
        <p:spPr>
          <a:xfrm>
            <a:off x="101240" y="375090"/>
            <a:ext cx="11237668" cy="927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989" indent="-320989">
              <a:buFont typeface="Wingdings" panose="05000000000000000000" pitchFamily="2" charset="2"/>
              <a:buChar char="v"/>
            </a:pPr>
            <a:r>
              <a:rPr lang="en-US" sz="1872" dirty="0">
                <a:solidFill>
                  <a:schemeClr val="accent4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 the orders by date and calculate the average number of pizzas ordered per day.</a:t>
            </a:r>
          </a:p>
          <a:p>
            <a:endParaRPr lang="en-IN" sz="1685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0584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menu of a pizza&#10;&#10;AI-generated content may be incorrect.">
            <a:extLst>
              <a:ext uri="{FF2B5EF4-FFF2-40B4-BE49-F238E27FC236}">
                <a16:creationId xmlns:a16="http://schemas.microsoft.com/office/drawing/2014/main" id="{DDA443F2-DA53-300E-A225-26FF767846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358" y="5290390"/>
            <a:ext cx="2746525" cy="7133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322AD50-E25B-7BD1-7EAB-F7D904640EF5}"/>
              </a:ext>
            </a:extLst>
          </p:cNvPr>
          <p:cNvSpPr txBox="1"/>
          <p:nvPr/>
        </p:nvSpPr>
        <p:spPr>
          <a:xfrm>
            <a:off x="2061619" y="1055325"/>
            <a:ext cx="5706269" cy="3722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685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top 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3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pizza_types</a:t>
            </a:r>
            <a:r>
              <a:rPr lang="en-US" sz="1685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685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en-US" sz="1685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685" dirty="0" err="1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pizzas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price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order_details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quantity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total_revenue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pizzas </a:t>
            </a:r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order_details</a:t>
            </a:r>
          </a:p>
          <a:p>
            <a:r>
              <a:rPr lang="en-IN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pizzas</a:t>
            </a:r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pizza_id </a:t>
            </a:r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order_details</a:t>
            </a:r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pizza_id</a:t>
            </a:r>
          </a:p>
          <a:p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pizza_types</a:t>
            </a:r>
          </a:p>
          <a:p>
            <a:r>
              <a:rPr lang="en-IN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pizzas</a:t>
            </a:r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pizza_type_id </a:t>
            </a:r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pizza_types</a:t>
            </a:r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pizza_type_id</a:t>
            </a:r>
          </a:p>
          <a:p>
            <a:r>
              <a:rPr lang="en-IN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endParaRPr lang="en-IN" sz="1685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total_revenue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</a:t>
            </a:r>
            <a:endParaRPr lang="en-US" sz="1685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IN" sz="1685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IN" sz="1685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B86477-E21A-483E-C890-E83C4CA8F7FC}"/>
              </a:ext>
            </a:extLst>
          </p:cNvPr>
          <p:cNvSpPr txBox="1"/>
          <p:nvPr/>
        </p:nvSpPr>
        <p:spPr>
          <a:xfrm>
            <a:off x="230092" y="219224"/>
            <a:ext cx="11182446" cy="783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989" indent="-320989">
              <a:buFont typeface="Wingdings" panose="05000000000000000000" pitchFamily="2" charset="2"/>
              <a:buChar char="v"/>
            </a:pPr>
            <a:r>
              <a:rPr lang="en-US" sz="2247" dirty="0">
                <a:solidFill>
                  <a:schemeClr val="accent4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Q11.Determine the top 3 most ordered pizza types based on revenue.</a:t>
            </a:r>
          </a:p>
        </p:txBody>
      </p:sp>
    </p:spTree>
    <p:extLst>
      <p:ext uri="{BB962C8B-B14F-4D97-AF65-F5344CB8AC3E}">
        <p14:creationId xmlns:p14="http://schemas.microsoft.com/office/powerpoint/2010/main" val="3647579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DB3142-0F6A-9E4B-AE72-A84AE535D6F4}"/>
              </a:ext>
            </a:extLst>
          </p:cNvPr>
          <p:cNvSpPr txBox="1"/>
          <p:nvPr/>
        </p:nvSpPr>
        <p:spPr>
          <a:xfrm>
            <a:off x="193278" y="2045356"/>
            <a:ext cx="13363714" cy="7871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685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pizza_types</a:t>
            </a:r>
            <a:r>
              <a:rPr lang="en-IN" sz="1685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IN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category</a:t>
            </a:r>
            <a:r>
              <a:rPr lang="en-IN" sz="1685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IN" sz="1685" dirty="0" err="1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</a:t>
            </a:r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685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pizzas</a:t>
            </a:r>
            <a:r>
              <a:rPr lang="en-IN" sz="1685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IN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price</a:t>
            </a:r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order_details</a:t>
            </a:r>
            <a:r>
              <a:rPr lang="en-IN" sz="1685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IN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quantity</a:t>
            </a:r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)/(</a:t>
            </a:r>
            <a:r>
              <a:rPr lang="en-IN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85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IN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order_details</a:t>
            </a:r>
            <a:r>
              <a:rPr lang="en-IN" sz="1685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IN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quantity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pizzas</a:t>
            </a:r>
            <a:r>
              <a:rPr lang="en-IN" sz="1685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IN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price</a:t>
            </a:r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order_details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pizzas </a:t>
            </a:r>
          </a:p>
          <a:p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order_details </a:t>
            </a:r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pizza_id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pizzas</a:t>
            </a:r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pizza_id</a:t>
            </a:r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)*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100</a:t>
            </a:r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</a:t>
            </a:r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IN" sz="1685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total_revenue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pizzas </a:t>
            </a:r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order_details</a:t>
            </a:r>
          </a:p>
          <a:p>
            <a:r>
              <a:rPr lang="en-IN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pizzas</a:t>
            </a:r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pizza_id </a:t>
            </a:r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order_details</a:t>
            </a:r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pizza_id</a:t>
            </a:r>
          </a:p>
          <a:p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pizza_types</a:t>
            </a:r>
          </a:p>
          <a:p>
            <a:r>
              <a:rPr lang="en-IN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pizzas</a:t>
            </a:r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pizza_type_id </a:t>
            </a:r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pizza_types</a:t>
            </a:r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pizza_type_id</a:t>
            </a:r>
          </a:p>
          <a:p>
            <a:r>
              <a:rPr lang="en-IN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category</a:t>
            </a:r>
          </a:p>
          <a:p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total_revenue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</a:t>
            </a:r>
            <a:endParaRPr lang="en-US" sz="1685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685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------------------------------------------------------------------------------------</a:t>
            </a:r>
            <a:endParaRPr lang="en-IN" sz="1685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with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pizza_category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 </a:t>
            </a:r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en-IN" sz="1685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pizza_types</a:t>
            </a:r>
            <a:r>
              <a:rPr lang="en-US" sz="1685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category</a:t>
            </a:r>
            <a:r>
              <a:rPr lang="en-US" sz="1685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685" dirty="0" err="1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pizzas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price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order_details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quantity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total_revenue</a:t>
            </a:r>
            <a:endParaRPr lang="en-US" sz="1685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order_details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pizzas</a:t>
            </a:r>
          </a:p>
          <a:p>
            <a:r>
              <a:rPr lang="en-IN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order_details</a:t>
            </a:r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pizza_id </a:t>
            </a:r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pizzas</a:t>
            </a:r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pizza_id</a:t>
            </a:r>
          </a:p>
          <a:p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pizza_types</a:t>
            </a:r>
          </a:p>
          <a:p>
            <a:r>
              <a:rPr lang="en-IN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pizza_types</a:t>
            </a:r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pizza_type_id </a:t>
            </a:r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pizzas</a:t>
            </a:r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pizza_type_id</a:t>
            </a:r>
          </a:p>
          <a:p>
            <a:r>
              <a:rPr lang="en-IN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category </a:t>
            </a:r>
          </a:p>
          <a:p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endParaRPr lang="en-IN" sz="1685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total_revenue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en-IN" sz="1685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US" sz="1685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685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order_details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quantity 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pizzas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price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total_revenue</a:t>
            </a:r>
            <a:endParaRPr lang="en-US" sz="1685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order_details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pizzas </a:t>
            </a:r>
          </a:p>
          <a:p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order_details </a:t>
            </a:r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pizza_id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pizzas</a:t>
            </a:r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pizza_id</a:t>
            </a:r>
            <a:endParaRPr lang="en-IN" sz="1685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IN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pizza_category</a:t>
            </a:r>
            <a:r>
              <a:rPr lang="en-IN" sz="1685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IN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category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pizza_category</a:t>
            </a:r>
            <a:r>
              <a:rPr lang="en-IN" sz="1685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IN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total_revenue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IN" sz="1685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</a:t>
            </a:r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((</a:t>
            </a:r>
            <a:r>
              <a:rPr lang="en-IN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pizza_category</a:t>
            </a:r>
            <a:r>
              <a:rPr lang="en-IN" sz="1685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IN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category</a:t>
            </a:r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en-IN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total_revenue</a:t>
            </a:r>
            <a:r>
              <a:rPr lang="en-IN" sz="1685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IN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total_revenue</a:t>
            </a:r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)*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100</a:t>
            </a:r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</a:t>
            </a:r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</a:t>
            </a:r>
          </a:p>
          <a:p>
            <a:r>
              <a:rPr lang="en-IN" sz="1685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pizza_category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cross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85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IN" sz="1685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85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total_revenue</a:t>
            </a:r>
            <a:endParaRPr lang="en-IN" sz="1685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94CCD8-EF28-6304-4116-627665B48549}"/>
              </a:ext>
            </a:extLst>
          </p:cNvPr>
          <p:cNvSpPr txBox="1"/>
          <p:nvPr/>
        </p:nvSpPr>
        <p:spPr>
          <a:xfrm>
            <a:off x="0" y="1044168"/>
            <a:ext cx="11154834" cy="351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7491" indent="-267491">
              <a:buFont typeface="Wingdings" panose="05000000000000000000" pitchFamily="2" charset="2"/>
              <a:buChar char="v"/>
            </a:pPr>
            <a:r>
              <a:rPr lang="en-US" sz="1685" dirty="0">
                <a:solidFill>
                  <a:schemeClr val="accent4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Calculate the percentage contribution of each pizza type to total revenue.</a:t>
            </a:r>
          </a:p>
        </p:txBody>
      </p:sp>
    </p:spTree>
    <p:extLst>
      <p:ext uri="{BB962C8B-B14F-4D97-AF65-F5344CB8AC3E}">
        <p14:creationId xmlns:p14="http://schemas.microsoft.com/office/powerpoint/2010/main" val="3758914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E97F045-EF3D-F8EF-7003-205A824B2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103" y="176981"/>
            <a:ext cx="5397910" cy="3252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9739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505E2F-D6D4-FFE2-09D2-78481421BD00}"/>
              </a:ext>
            </a:extLst>
          </p:cNvPr>
          <p:cNvSpPr txBox="1"/>
          <p:nvPr/>
        </p:nvSpPr>
        <p:spPr>
          <a:xfrm>
            <a:off x="356420" y="698939"/>
            <a:ext cx="570762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</a:t>
            </a:r>
            <a:r>
              <a:rPr lang="en-US" sz="1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 dirty="0" err="1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total_revenue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over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cum_revenue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orders</a:t>
            </a:r>
            <a:r>
              <a:rPr lang="en-IN" sz="1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IN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pizzas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price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order_details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quantity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total_revenue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pizzas</a:t>
            </a:r>
          </a:p>
          <a:p>
            <a:r>
              <a:rPr lang="en-IN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order_details</a:t>
            </a: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order_details</a:t>
            </a:r>
            <a:r>
              <a:rPr lang="en-IN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pizza_id </a:t>
            </a:r>
            <a:r>
              <a:rPr lang="en-IN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pizzas</a:t>
            </a:r>
            <a:r>
              <a:rPr lang="en-IN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pizza_id</a:t>
            </a: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orders </a:t>
            </a: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orders</a:t>
            </a:r>
            <a:r>
              <a:rPr lang="en-IN" sz="1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order_id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order_details</a:t>
            </a:r>
            <a:r>
              <a:rPr lang="en-IN" sz="1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order_id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sales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180E4C-A510-B6CB-67CD-735B5F18EA1C}"/>
              </a:ext>
            </a:extLst>
          </p:cNvPr>
          <p:cNvSpPr txBox="1"/>
          <p:nvPr/>
        </p:nvSpPr>
        <p:spPr>
          <a:xfrm>
            <a:off x="-1641987" y="237274"/>
            <a:ext cx="130545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71700" lvl="4" indent="-342900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accent4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Analyze the cumulative revenue generated over time.</a:t>
            </a:r>
          </a:p>
        </p:txBody>
      </p:sp>
      <p:pic>
        <p:nvPicPr>
          <p:cNvPr id="7" name="Picture 6" descr="A table of numbers and numbers&#10;&#10;AI-generated content may be incorrect.">
            <a:extLst>
              <a:ext uri="{FF2B5EF4-FFF2-40B4-BE49-F238E27FC236}">
                <a16:creationId xmlns:a16="http://schemas.microsoft.com/office/drawing/2014/main" id="{D774AA45-0001-8340-F931-683FFD68A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6525" y="2684098"/>
            <a:ext cx="4859593" cy="3524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0942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table with numbers and a number of pizzas&#10;&#10;AI-generated content may be incorrect.">
            <a:extLst>
              <a:ext uri="{FF2B5EF4-FFF2-40B4-BE49-F238E27FC236}">
                <a16:creationId xmlns:a16="http://schemas.microsoft.com/office/drawing/2014/main" id="{7400E66F-0E7A-9385-8E4F-15D3694E8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38" y="3772917"/>
            <a:ext cx="4323140" cy="30850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4FF996A-2204-AF9B-DCB4-51A52C682726}"/>
              </a:ext>
            </a:extLst>
          </p:cNvPr>
          <p:cNvSpPr txBox="1"/>
          <p:nvPr/>
        </p:nvSpPr>
        <p:spPr>
          <a:xfrm>
            <a:off x="5249574" y="1677187"/>
            <a:ext cx="570762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revenue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category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</a:p>
          <a:p>
            <a:r>
              <a:rPr lang="en-IN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category </a:t>
            </a:r>
            <a:r>
              <a:rPr lang="en-IN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en-IN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revenue </a:t>
            </a:r>
            <a:r>
              <a:rPr lang="en-IN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rank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over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partition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category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revenue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IN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pizza_types</a:t>
            </a:r>
            <a:r>
              <a:rPr lang="en-IN" sz="1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category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pizza_types</a:t>
            </a:r>
            <a:r>
              <a:rPr lang="en-IN" sz="1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IN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en-IN" sz="1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IN" sz="1800" dirty="0" err="1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IN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((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order_details</a:t>
            </a:r>
            <a:r>
              <a:rPr lang="en-IN" sz="1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quantity</a:t>
            </a:r>
            <a:r>
              <a:rPr lang="en-IN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)*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pizzas</a:t>
            </a:r>
            <a:r>
              <a:rPr lang="en-IN" sz="1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price</a:t>
            </a:r>
            <a:r>
              <a:rPr lang="en-IN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revenue 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pizza_types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pizzas</a:t>
            </a:r>
          </a:p>
          <a:p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pizza_types</a:t>
            </a:r>
            <a:r>
              <a:rPr lang="en-IN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pizza_type_id </a:t>
            </a:r>
            <a:r>
              <a:rPr lang="en-IN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pizzas</a:t>
            </a:r>
            <a:r>
              <a:rPr lang="en-IN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pizza_type_id </a:t>
            </a:r>
          </a:p>
          <a:p>
            <a:r>
              <a:rPr lang="en-IN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order_details</a:t>
            </a:r>
          </a:p>
          <a:p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order_details</a:t>
            </a:r>
            <a:r>
              <a:rPr lang="en-IN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pizza_id </a:t>
            </a:r>
            <a:r>
              <a:rPr lang="en-IN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pizzas</a:t>
            </a:r>
            <a:r>
              <a:rPr lang="en-IN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pizza_id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pizza_types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category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pizza_types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 </a:t>
            </a:r>
          </a:p>
          <a:p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rn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&lt;=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C94765-206B-FE11-E197-A09D9A5C61B3}"/>
              </a:ext>
            </a:extLst>
          </p:cNvPr>
          <p:cNvSpPr txBox="1"/>
          <p:nvPr/>
        </p:nvSpPr>
        <p:spPr>
          <a:xfrm>
            <a:off x="0" y="102500"/>
            <a:ext cx="114125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rgbClr val="00B0F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Determine the top 3 most ordered pizza types based on revenue for each pizza category</a:t>
            </a:r>
            <a:endParaRPr lang="en-IN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8658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284</TotalTime>
  <Words>1190</Words>
  <Application>Microsoft Office PowerPoint</Application>
  <PresentationFormat>Custom</PresentationFormat>
  <Paragraphs>139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Cascadia Mono</vt:lpstr>
      <vt:lpstr>Wingdings</vt:lpstr>
      <vt:lpstr>Office Theme</vt:lpstr>
      <vt:lpstr>PowerPoint Presentation</vt:lpstr>
      <vt:lpstr>Retrieve the total number of  orders placed.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saurabh bisht</dc:creator>
  <cp:lastModifiedBy>saurabh bisht</cp:lastModifiedBy>
  <cp:revision>1</cp:revision>
  <dcterms:created xsi:type="dcterms:W3CDTF">2025-12-08T09:39:24Z</dcterms:created>
  <dcterms:modified xsi:type="dcterms:W3CDTF">2025-12-08T14:23:55Z</dcterms:modified>
</cp:coreProperties>
</file>